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64" r:id="rId5"/>
    <p:sldId id="265" r:id="rId6"/>
    <p:sldId id="266" r:id="rId7"/>
    <p:sldId id="257" r:id="rId8"/>
    <p:sldId id="258" r:id="rId9"/>
    <p:sldId id="261" r:id="rId10"/>
    <p:sldId id="262" r:id="rId11"/>
    <p:sldId id="263" r:id="rId12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-1296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dirty="0" smtClean="0"/>
              <a:t>Projet Web dynamique 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smtClean="0"/>
              <a:t>Social Media Professionnel</a:t>
            </a:r>
            <a:br>
              <a:rPr lang="fr-FR" dirty="0" smtClean="0"/>
            </a:br>
            <a:r>
              <a:rPr lang="fr-FR" dirty="0" smtClean="0"/>
              <a:t>pour la communauté ECE Paris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4" name="ZoneTexte 3"/>
          <p:cNvSpPr txBox="1"/>
          <p:nvPr/>
        </p:nvSpPr>
        <p:spPr>
          <a:xfrm>
            <a:off x="6799769" y="5657671"/>
            <a:ext cx="23442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/>
              <a:t>De Monts Albéric</a:t>
            </a:r>
          </a:p>
          <a:p>
            <a:r>
              <a:rPr lang="fr-FR" sz="2400" dirty="0" smtClean="0"/>
              <a:t>Tan Albert</a:t>
            </a:r>
          </a:p>
          <a:p>
            <a:r>
              <a:rPr lang="fr-FR" sz="2400" dirty="0" err="1" smtClean="0"/>
              <a:t>Rinjard</a:t>
            </a:r>
            <a:r>
              <a:rPr lang="fr-FR" sz="2400" dirty="0" smtClean="0"/>
              <a:t> Yann</a:t>
            </a:r>
            <a:endParaRPr lang="fr-FR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Entité-Association/Relation</a:t>
            </a:r>
          </a:p>
          <a:p>
            <a:r>
              <a:rPr lang="fr-FR" dirty="0" smtClean="0"/>
              <a:t>Design de front</a:t>
            </a:r>
          </a:p>
          <a:p>
            <a:r>
              <a:rPr lang="fr-FR" dirty="0" smtClean="0"/>
              <a:t>Spécification du code</a:t>
            </a:r>
          </a:p>
          <a:p>
            <a:r>
              <a:rPr lang="fr-FR" dirty="0" err="1" smtClean="0"/>
              <a:t>Versionning</a:t>
            </a:r>
            <a:r>
              <a:rPr lang="fr-FR" dirty="0" smtClean="0"/>
              <a:t> GIT</a:t>
            </a:r>
          </a:p>
          <a:p>
            <a:r>
              <a:rPr lang="fr-FR" dirty="0" smtClean="0"/>
              <a:t>Bilan individuel</a:t>
            </a:r>
          </a:p>
          <a:p>
            <a:r>
              <a:rPr lang="fr-FR" dirty="0" smtClean="0"/>
              <a:t>Bilan du projet</a:t>
            </a:r>
          </a:p>
          <a:p>
            <a:r>
              <a:rPr lang="fr-FR" dirty="0" smtClean="0"/>
              <a:t>Bibliographie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Entité-Association</a:t>
            </a:r>
            <a:endParaRPr lang="fr-FR" dirty="0"/>
          </a:p>
        </p:txBody>
      </p:sp>
      <p:pic>
        <p:nvPicPr>
          <p:cNvPr id="1026" name="Picture 2" descr="C:\Users\Yann\Documents\GitHub\web\Projet\Entité-Associatio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988840"/>
            <a:ext cx="9144000" cy="351584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Design de front</a:t>
            </a:r>
            <a:endParaRPr lang="fr-F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Spécification du code</a:t>
            </a:r>
            <a:endParaRPr lang="fr-F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12685" b="2750"/>
          <a:stretch>
            <a:fillRect/>
          </a:stretch>
        </p:blipFill>
        <p:spPr bwMode="auto">
          <a:xfrm>
            <a:off x="0" y="1772816"/>
            <a:ext cx="9087222" cy="4320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Versonning</a:t>
            </a:r>
            <a:r>
              <a:rPr lang="fr-FR" dirty="0" smtClean="0"/>
              <a:t> GIT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Bilan personnel Albéric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Bilan Personnel Albert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mtClean="0"/>
              <a:t>Objectif: </a:t>
            </a:r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Bilan Yann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Bilan Projet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Bibliographie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51</Words>
  <Application>Microsoft Office PowerPoint</Application>
  <PresentationFormat>Affichage à l'écran (4:3)</PresentationFormat>
  <Paragraphs>23</Paragraphs>
  <Slides>11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2" baseType="lpstr">
      <vt:lpstr>Thème Office</vt:lpstr>
      <vt:lpstr>Projet Web dynamique </vt:lpstr>
      <vt:lpstr>Sommaire</vt:lpstr>
      <vt:lpstr>Entité-Association</vt:lpstr>
      <vt:lpstr>Design de front</vt:lpstr>
      <vt:lpstr>Spécification du code</vt:lpstr>
      <vt:lpstr>Versonning GIT</vt:lpstr>
      <vt:lpstr>Bilan personnel Albéric</vt:lpstr>
      <vt:lpstr>Bilan Personnel Albert</vt:lpstr>
      <vt:lpstr>Bilan Yann</vt:lpstr>
      <vt:lpstr>Bilan Projet</vt:lpstr>
      <vt:lpstr>Bibliographie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Yann</dc:creator>
  <cp:lastModifiedBy>Yann</cp:lastModifiedBy>
  <cp:revision>6</cp:revision>
  <dcterms:created xsi:type="dcterms:W3CDTF">2018-05-05T13:35:23Z</dcterms:created>
  <dcterms:modified xsi:type="dcterms:W3CDTF">2018-05-05T16:18:21Z</dcterms:modified>
</cp:coreProperties>
</file>