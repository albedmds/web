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4" r:id="rId5"/>
    <p:sldId id="267" r:id="rId6"/>
    <p:sldId id="265" r:id="rId7"/>
    <p:sldId id="269" r:id="rId8"/>
    <p:sldId id="268" r:id="rId9"/>
    <p:sldId id="266" r:id="rId10"/>
    <p:sldId id="270" r:id="rId11"/>
    <p:sldId id="257" r:id="rId12"/>
    <p:sldId id="258" r:id="rId13"/>
    <p:sldId id="261" r:id="rId14"/>
    <p:sldId id="262" r:id="rId15"/>
    <p:sldId id="263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assrooms.com/forum/sujet/recuperer-une-variable-de-session-pour-l-ecrire-dans-la-b-10266" TargetMode="External"/><Relationship Id="rId2" Type="http://schemas.openxmlformats.org/officeDocument/2006/relationships/hyperlink" Target="http://forums.mediabox.fr/wiki/tutoriaux/php/bdd/inserer-modifier-supprimer-des-donne-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hp.net/manual/f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u="sng" dirty="0">
                <a:solidFill>
                  <a:srgbClr val="FF0000"/>
                </a:solidFill>
              </a:rPr>
              <a:t>Projet Web dynamique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rgbClr val="00B050"/>
                </a:solidFill>
              </a:rPr>
              <a:t>Social Media Professionnel</a:t>
            </a:r>
            <a:br>
              <a:rPr lang="fr-FR" dirty="0">
                <a:solidFill>
                  <a:srgbClr val="00B050"/>
                </a:solidFill>
              </a:rPr>
            </a:br>
            <a:r>
              <a:rPr lang="fr-FR" dirty="0">
                <a:solidFill>
                  <a:srgbClr val="00B050"/>
                </a:solidFill>
              </a:rPr>
              <a:t>pour la communauté ECE Paris</a:t>
            </a:r>
            <a:br>
              <a:rPr lang="fr-FR" dirty="0"/>
            </a:b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6799769" y="5657671"/>
            <a:ext cx="23442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De Monts Albéric</a:t>
            </a:r>
          </a:p>
          <a:p>
            <a:r>
              <a:rPr lang="fr-FR" sz="2400" dirty="0"/>
              <a:t>Tan Albert</a:t>
            </a:r>
          </a:p>
          <a:p>
            <a:r>
              <a:rPr lang="fr-FR" sz="2400" dirty="0" err="1"/>
              <a:t>Rinjard</a:t>
            </a:r>
            <a:r>
              <a:rPr lang="fr-FR" sz="2400" dirty="0"/>
              <a:t> Yann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Entité-Association/Relation</a:t>
            </a:r>
          </a:p>
          <a:p>
            <a:r>
              <a:rPr lang="fr-FR" dirty="0"/>
              <a:t>Design de front</a:t>
            </a:r>
          </a:p>
          <a:p>
            <a:r>
              <a:rPr lang="fr-FR" dirty="0"/>
              <a:t>Spécification du code</a:t>
            </a:r>
          </a:p>
          <a:p>
            <a:r>
              <a:rPr lang="fr-FR" dirty="0" err="1"/>
              <a:t>Versionning</a:t>
            </a:r>
            <a:r>
              <a:rPr lang="fr-FR" dirty="0"/>
              <a:t> GIT</a:t>
            </a:r>
          </a:p>
          <a:p>
            <a:r>
              <a:rPr lang="fr-FR" dirty="0"/>
              <a:t>Bilan individuel</a:t>
            </a:r>
          </a:p>
          <a:p>
            <a:r>
              <a:rPr lang="fr-FR" dirty="0"/>
              <a:t>Bilan du projet</a:t>
            </a:r>
          </a:p>
          <a:p>
            <a:r>
              <a:rPr lang="fr-FR" dirty="0"/>
              <a:t>Bibliographie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Entité-Association/Relation</a:t>
            </a:r>
          </a:p>
        </p:txBody>
      </p:sp>
      <p:pic>
        <p:nvPicPr>
          <p:cNvPr id="1026" name="Picture 2" descr="C:\Users\Yann\Documents\GitHub\web\Projet\Entité-Associa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88840"/>
            <a:ext cx="9144000" cy="35158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de front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3608" y="6381328"/>
            <a:ext cx="648072" cy="2880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1691680" y="6309320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7904" y="6381328"/>
            <a:ext cx="648072" cy="2880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6084168" y="6381328"/>
            <a:ext cx="648072" cy="2880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4355976" y="6309320"/>
            <a:ext cx="9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Bouton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732240" y="6309320"/>
            <a:ext cx="158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Zone de texte</a:t>
            </a:r>
          </a:p>
        </p:txBody>
      </p:sp>
      <p:pic>
        <p:nvPicPr>
          <p:cNvPr id="9" name="Image 8" descr="Page d'accueil v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404664"/>
            <a:ext cx="7592142" cy="4887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Connecteur droit avec flèche 13"/>
          <p:cNvCxnSpPr/>
          <p:nvPr/>
        </p:nvCxnSpPr>
        <p:spPr>
          <a:xfrm>
            <a:off x="2483768" y="1772816"/>
            <a:ext cx="288032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83568" y="1484784"/>
            <a:ext cx="3047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Renvoie sur la page Inscription</a:t>
            </a:r>
          </a:p>
        </p:txBody>
      </p:sp>
      <p:pic>
        <p:nvPicPr>
          <p:cNvPr id="16" name="Image 15" descr="Inscription.png"/>
          <p:cNvPicPr>
            <a:picLocks noChangeAspect="1"/>
          </p:cNvPicPr>
          <p:nvPr/>
        </p:nvPicPr>
        <p:blipFill>
          <a:blip r:embed="rId3" cstate="print">
            <a:lum/>
          </a:blip>
          <a:srcRect l="27862" t="1700" r="30608" b="6478"/>
          <a:stretch>
            <a:fillRect/>
          </a:stretch>
        </p:blipFill>
        <p:spPr>
          <a:xfrm>
            <a:off x="683568" y="1825874"/>
            <a:ext cx="1584176" cy="22511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ZoneTexte 16"/>
          <p:cNvSpPr txBox="1"/>
          <p:nvPr/>
        </p:nvSpPr>
        <p:spPr>
          <a:xfrm>
            <a:off x="6732240" y="2924944"/>
            <a:ext cx="1689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Renvoie sur la </a:t>
            </a:r>
          </a:p>
          <a:p>
            <a:r>
              <a:rPr lang="fr-FR" dirty="0"/>
              <a:t>page Connexion</a:t>
            </a:r>
          </a:p>
        </p:txBody>
      </p:sp>
      <p:cxnSp>
        <p:nvCxnSpPr>
          <p:cNvPr id="18" name="Connecteur droit avec flèche 17"/>
          <p:cNvCxnSpPr>
            <a:stCxn id="17" idx="1"/>
          </p:cNvCxnSpPr>
          <p:nvPr/>
        </p:nvCxnSpPr>
        <p:spPr>
          <a:xfrm flipH="1">
            <a:off x="5940152" y="3248110"/>
            <a:ext cx="792088" cy="252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Image 18" descr="Connection.png"/>
          <p:cNvPicPr>
            <a:picLocks noChangeAspect="1"/>
          </p:cNvPicPr>
          <p:nvPr/>
        </p:nvPicPr>
        <p:blipFill>
          <a:blip r:embed="rId4" cstate="print">
            <a:lum/>
          </a:blip>
          <a:srcRect l="28738" t="992" r="31100" b="7118"/>
          <a:stretch>
            <a:fillRect/>
          </a:stretch>
        </p:blipFill>
        <p:spPr>
          <a:xfrm>
            <a:off x="6732240" y="3573016"/>
            <a:ext cx="1762756" cy="25922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Accueil site v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620688"/>
            <a:ext cx="7932955" cy="5098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899592" y="6165304"/>
            <a:ext cx="648072" cy="2880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547664" y="6093296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3888" y="6165304"/>
            <a:ext cx="648072" cy="2880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5940152" y="6165304"/>
            <a:ext cx="648072" cy="2880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211960" y="6093296"/>
            <a:ext cx="9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Bouton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588224" y="6093296"/>
            <a:ext cx="158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Zone de texte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flipH="1">
            <a:off x="1043608" y="332656"/>
            <a:ext cx="158417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2051720" y="332656"/>
            <a:ext cx="936104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2915816" y="332656"/>
            <a:ext cx="50405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5364088" y="332656"/>
            <a:ext cx="50405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5796136" y="332656"/>
            <a:ext cx="1152128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>
            <a:off x="8172400" y="548680"/>
            <a:ext cx="50405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2483768" y="0"/>
            <a:ext cx="3874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Permet d’accéder aux différentes pages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899218" y="0"/>
            <a:ext cx="2244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Active un onglet avec </a:t>
            </a:r>
          </a:p>
          <a:p>
            <a:r>
              <a:rPr lang="fr-FR" sz="1600" dirty="0"/>
              <a:t>‘Profil’ et ‘Déconnection’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Spécification du code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12685" b="2750"/>
          <a:stretch>
            <a:fillRect/>
          </a:stretch>
        </p:blipFill>
        <p:spPr bwMode="auto">
          <a:xfrm>
            <a:off x="0" y="1700808"/>
            <a:ext cx="9087222" cy="432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ZoneTexte 3"/>
          <p:cNvSpPr txBox="1"/>
          <p:nvPr/>
        </p:nvSpPr>
        <p:spPr>
          <a:xfrm>
            <a:off x="395536" y="5229200"/>
            <a:ext cx="350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Boostrap</a:t>
            </a:r>
            <a:r>
              <a:rPr lang="fr-FR" dirty="0"/>
              <a:t> pour faire la mise en page</a:t>
            </a:r>
          </a:p>
        </p:txBody>
      </p:sp>
      <p:cxnSp>
        <p:nvCxnSpPr>
          <p:cNvPr id="6" name="Connecteur droit avec flèche 5"/>
          <p:cNvCxnSpPr>
            <a:stCxn id="4" idx="0"/>
          </p:cNvCxnSpPr>
          <p:nvPr/>
        </p:nvCxnSpPr>
        <p:spPr>
          <a:xfrm flipV="1">
            <a:off x="2149831" y="3717032"/>
            <a:ext cx="405945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4572000" y="5301208"/>
            <a:ext cx="871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Bouton</a:t>
            </a:r>
          </a:p>
        </p:txBody>
      </p:sp>
      <p:cxnSp>
        <p:nvCxnSpPr>
          <p:cNvPr id="10" name="Connecteur droit avec flèche 9"/>
          <p:cNvCxnSpPr>
            <a:stCxn id="8" idx="0"/>
          </p:cNvCxnSpPr>
          <p:nvPr/>
        </p:nvCxnSpPr>
        <p:spPr>
          <a:xfrm flipV="1">
            <a:off x="5007857" y="4581128"/>
            <a:ext cx="356231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8" idx="0"/>
          </p:cNvCxnSpPr>
          <p:nvPr/>
        </p:nvCxnSpPr>
        <p:spPr>
          <a:xfrm flipH="1" flipV="1">
            <a:off x="3923928" y="4653136"/>
            <a:ext cx="1083929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14" y="1340768"/>
            <a:ext cx="9144714" cy="4234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ZoneTexte 4"/>
          <p:cNvSpPr txBox="1"/>
          <p:nvPr/>
        </p:nvSpPr>
        <p:spPr>
          <a:xfrm>
            <a:off x="3635896" y="404664"/>
            <a:ext cx="871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Bouton</a:t>
            </a:r>
          </a:p>
        </p:txBody>
      </p:sp>
      <p:cxnSp>
        <p:nvCxnSpPr>
          <p:cNvPr id="7" name="Connecteur droit avec flèche 6"/>
          <p:cNvCxnSpPr>
            <a:stCxn id="5" idx="2"/>
          </p:cNvCxnSpPr>
          <p:nvPr/>
        </p:nvCxnSpPr>
        <p:spPr>
          <a:xfrm flipH="1">
            <a:off x="1835696" y="773996"/>
            <a:ext cx="2236057" cy="8548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>
            <a:stCxn id="5" idx="2"/>
          </p:cNvCxnSpPr>
          <p:nvPr/>
        </p:nvCxnSpPr>
        <p:spPr>
          <a:xfrm>
            <a:off x="4071753" y="773996"/>
            <a:ext cx="2228439" cy="998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2555776" y="4077072"/>
            <a:ext cx="255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Zone de texte pour écrire</a:t>
            </a:r>
          </a:p>
        </p:txBody>
      </p:sp>
      <p:cxnSp>
        <p:nvCxnSpPr>
          <p:cNvPr id="12" name="Connecteur droit avec flèche 11"/>
          <p:cNvCxnSpPr>
            <a:stCxn id="10" idx="0"/>
          </p:cNvCxnSpPr>
          <p:nvPr/>
        </p:nvCxnSpPr>
        <p:spPr>
          <a:xfrm flipH="1" flipV="1">
            <a:off x="1187624" y="3789040"/>
            <a:ext cx="264690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10" idx="0"/>
          </p:cNvCxnSpPr>
          <p:nvPr/>
        </p:nvCxnSpPr>
        <p:spPr>
          <a:xfrm flipV="1">
            <a:off x="3834524" y="1916832"/>
            <a:ext cx="809484" cy="216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discordapp.com/attachments/423920462012350475/442411956910030868/unknow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251" y="1196752"/>
            <a:ext cx="9090749" cy="44134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ZoneTexte 5"/>
          <p:cNvSpPr txBox="1"/>
          <p:nvPr/>
        </p:nvSpPr>
        <p:spPr>
          <a:xfrm>
            <a:off x="1619672" y="6093296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Recherche dans la table personne pour afficher les utilisateur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827584" y="548680"/>
            <a:ext cx="7458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Bouton pour ajouter un utilisateur, le supprimer ou modifier des informations</a:t>
            </a:r>
          </a:p>
        </p:txBody>
      </p:sp>
      <p:cxnSp>
        <p:nvCxnSpPr>
          <p:cNvPr id="9" name="Connecteur droit avec flèche 8"/>
          <p:cNvCxnSpPr>
            <a:stCxn id="7" idx="2"/>
          </p:cNvCxnSpPr>
          <p:nvPr/>
        </p:nvCxnSpPr>
        <p:spPr>
          <a:xfrm>
            <a:off x="4556810" y="918012"/>
            <a:ext cx="87198" cy="2078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7" idx="2"/>
          </p:cNvCxnSpPr>
          <p:nvPr/>
        </p:nvCxnSpPr>
        <p:spPr>
          <a:xfrm>
            <a:off x="4556810" y="918012"/>
            <a:ext cx="1167318" cy="30870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>
            <a:stCxn id="7" idx="2"/>
          </p:cNvCxnSpPr>
          <p:nvPr/>
        </p:nvCxnSpPr>
        <p:spPr>
          <a:xfrm>
            <a:off x="4556810" y="918012"/>
            <a:ext cx="1599366" cy="3159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err="1">
                <a:solidFill>
                  <a:srgbClr val="FF0000"/>
                </a:solidFill>
              </a:rPr>
              <a:t>Versonning</a:t>
            </a:r>
            <a:r>
              <a:rPr lang="fr-FR" b="1" u="sng" dirty="0">
                <a:solidFill>
                  <a:srgbClr val="FF0000"/>
                </a:solidFill>
              </a:rPr>
              <a:t> GIT</a:t>
            </a: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293096"/>
            <a:ext cx="7200900" cy="1771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140968"/>
            <a:ext cx="7181850" cy="1628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1916832"/>
            <a:ext cx="7143750" cy="1647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0067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personnel Albéric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  <a:p>
            <a:r>
              <a:rPr lang="fr-FR" dirty="0"/>
              <a:t>Objectif: Réussir à mener le projet à son terme.</a:t>
            </a:r>
          </a:p>
          <a:p>
            <a:r>
              <a:rPr lang="fr-FR" dirty="0"/>
              <a:t>Résultat: Malgré quelque difficulté, le projet est fonctionnel.</a:t>
            </a:r>
          </a:p>
          <a:p>
            <a:r>
              <a:rPr lang="fr-FR" dirty="0"/>
              <a:t>Ce que j’ai appris: Me rendre compte de manière concrète de l'importance de l'architecture d'une base de données et découvrir le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 err="1"/>
              <a:t>boostrap</a:t>
            </a:r>
            <a:r>
              <a:rPr lang="fr-FR" dirty="0"/>
              <a:t> en html.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Personnel Albert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fr-FR" dirty="0"/>
          </a:p>
          <a:p>
            <a:r>
              <a:rPr lang="fr-FR" dirty="0"/>
              <a:t>Objectif: Maitriser le langage HTML, et le CSS, JS pour gérer une interface graphique.</a:t>
            </a:r>
          </a:p>
          <a:p>
            <a:endParaRPr lang="fr-FR" dirty="0"/>
          </a:p>
          <a:p>
            <a:r>
              <a:rPr lang="fr-FR" dirty="0"/>
              <a:t>Résultat: Un réseau social, certes, mais améliorable avec plus de temps.</a:t>
            </a:r>
          </a:p>
          <a:p>
            <a:endParaRPr lang="fr-FR" dirty="0"/>
          </a:p>
          <a:p>
            <a:r>
              <a:rPr lang="fr-FR" dirty="0"/>
              <a:t>Ce que j’ai appris: La magie du web, et de la création d’interface.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Yann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Objectif: coder la liaison entre les page (</a:t>
            </a:r>
            <a:r>
              <a:rPr lang="fr-FR" dirty="0" err="1"/>
              <a:t>php</a:t>
            </a:r>
            <a:r>
              <a:rPr lang="fr-FR" dirty="0"/>
              <a:t>) </a:t>
            </a:r>
          </a:p>
          <a:p>
            <a:endParaRPr lang="fr-FR" dirty="0"/>
          </a:p>
          <a:p>
            <a:r>
              <a:rPr lang="fr-FR" dirty="0"/>
              <a:t>Résultat: Les liaisons fonctionnent malgré certaines qui manquent dû à des problèmes de connexion.</a:t>
            </a:r>
          </a:p>
          <a:p>
            <a:r>
              <a:rPr lang="fr-FR" dirty="0"/>
              <a:t>Ce que j’ai appris: J’ai pu apprendre à vraiment utilisé </a:t>
            </a:r>
            <a:r>
              <a:rPr lang="fr-FR" dirty="0" err="1"/>
              <a:t>php</a:t>
            </a:r>
            <a:r>
              <a:rPr lang="fr-FR" dirty="0"/>
              <a:t> et le lien entre chacun des fichiers.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Projet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395536" y="155679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Objectif: Réussir à créer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un réseau simple mais efficace.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Résultat: Nous avons un affichage simple qui fonctionne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 que nous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aurions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à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améliorer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les liens entre les pages et la mise en place des images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et le changement de nom dans le profil.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Bibliographie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>
                <a:hlinkClick r:id="rId2"/>
              </a:rPr>
              <a:t>http://forums.mediabox.fr/wiki/tutoriaux/php/bdd/inserer-modifier-supprimer-des-donne-php</a:t>
            </a:r>
            <a:endParaRPr lang="fr-FR" sz="2400" dirty="0"/>
          </a:p>
          <a:p>
            <a:r>
              <a:rPr lang="fr-FR" sz="2400" dirty="0">
                <a:hlinkClick r:id="rId3"/>
              </a:rPr>
              <a:t>https://openclassrooms.com/forum/sujet/recuperer-une-variable-de-session-pour-l-ecrire-dans-la-b-10266</a:t>
            </a:r>
            <a:endParaRPr lang="fr-FR" sz="2400" dirty="0"/>
          </a:p>
          <a:p>
            <a:r>
              <a:rPr lang="fr-FR" sz="2400" dirty="0">
                <a:hlinkClick r:id="rId4"/>
              </a:rPr>
              <a:t>http://php.net/manual/fr/</a:t>
            </a:r>
            <a:endParaRPr lang="fr-FR" sz="2400" dirty="0"/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361</Words>
  <Application>Microsoft Office PowerPoint</Application>
  <PresentationFormat>Affichage à l'écran (4:3)</PresentationFormat>
  <Paragraphs>62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Thème Office</vt:lpstr>
      <vt:lpstr>Projet Web dynamique </vt:lpstr>
      <vt:lpstr>Sommaire</vt:lpstr>
      <vt:lpstr>Entité-Association/Relation</vt:lpstr>
      <vt:lpstr>Design de front</vt:lpstr>
      <vt:lpstr>Présentation PowerPoint</vt:lpstr>
      <vt:lpstr>Spécification du code</vt:lpstr>
      <vt:lpstr>Présentation PowerPoint</vt:lpstr>
      <vt:lpstr>Présentation PowerPoint</vt:lpstr>
      <vt:lpstr>Versonning GIT</vt:lpstr>
      <vt:lpstr>Présentation PowerPoint</vt:lpstr>
      <vt:lpstr>Bilan personnel Albéric</vt:lpstr>
      <vt:lpstr>Bilan Personnel Albert</vt:lpstr>
      <vt:lpstr>Bilan Yann</vt:lpstr>
      <vt:lpstr>Bilan Projet</vt:lpstr>
      <vt:lpstr>Bibliographie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Yann</dc:creator>
  <cp:lastModifiedBy>Albert TAN</cp:lastModifiedBy>
  <cp:revision>20</cp:revision>
  <dcterms:created xsi:type="dcterms:W3CDTF">2018-05-05T13:35:23Z</dcterms:created>
  <dcterms:modified xsi:type="dcterms:W3CDTF">2018-05-05T20:50:55Z</dcterms:modified>
</cp:coreProperties>
</file>