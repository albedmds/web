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-1296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F5398-F694-42E6-AB71-FA6B2EE45B63}" type="datetimeFigureOut">
              <a:rPr lang="fr-FR" smtClean="0"/>
              <a:t>05/05/2018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FDCEF-EEF2-4F7C-B33C-59BA3F36D3D8}" type="slidenum">
              <a:rPr lang="fr-FR" smtClean="0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Bilan personnel Albéric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Bilan Personnel Albert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mtClean="0"/>
              <a:t>Objectif: </a:t>
            </a:r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</Words>
  <Application>Microsoft Office PowerPoint</Application>
  <PresentationFormat>Affichage à l'écran (4:3)</PresentationFormat>
  <Paragraphs>3</Paragraphs>
  <Slides>3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4" baseType="lpstr">
      <vt:lpstr>Thème Office</vt:lpstr>
      <vt:lpstr>Diapositive 1</vt:lpstr>
      <vt:lpstr>Bilan personnel Albéric</vt:lpstr>
      <vt:lpstr>Bilan Personnel Albert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Yann</dc:creator>
  <cp:lastModifiedBy>Yann</cp:lastModifiedBy>
  <cp:revision>1</cp:revision>
  <dcterms:created xsi:type="dcterms:W3CDTF">2018-05-05T13:35:23Z</dcterms:created>
  <dcterms:modified xsi:type="dcterms:W3CDTF">2018-05-05T13:37:12Z</dcterms:modified>
</cp:coreProperties>
</file>