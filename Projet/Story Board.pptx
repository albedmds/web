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8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0C33E-5CA9-4AEE-BCD7-746D03CEA5A0}" type="datetimeFigureOut">
              <a:rPr lang="fr-FR" smtClean="0"/>
              <a:t>01/05/2018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AAECA-1813-4FD7-AA42-940599B10492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Page d'accueil v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404664"/>
            <a:ext cx="7592142" cy="4887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467544" y="5589240"/>
            <a:ext cx="72008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1187624" y="5589240"/>
            <a:ext cx="90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: Image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467544" y="6165304"/>
            <a:ext cx="720080" cy="2880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1187624" y="609329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:Bouton</a:t>
            </a:r>
            <a:endParaRPr lang="fr-FR" dirty="0"/>
          </a:p>
        </p:txBody>
      </p:sp>
      <p:cxnSp>
        <p:nvCxnSpPr>
          <p:cNvPr id="10" name="Connecteur droit avec flèche 9"/>
          <p:cNvCxnSpPr/>
          <p:nvPr/>
        </p:nvCxnSpPr>
        <p:spPr>
          <a:xfrm>
            <a:off x="2483768" y="1772816"/>
            <a:ext cx="288032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683568" y="1484784"/>
            <a:ext cx="3047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Renvoie sur la page Inscription</a:t>
            </a:r>
            <a:endParaRPr lang="fr-FR" dirty="0"/>
          </a:p>
        </p:txBody>
      </p:sp>
      <p:pic>
        <p:nvPicPr>
          <p:cNvPr id="18" name="Image 17" descr="Inscription.png"/>
          <p:cNvPicPr>
            <a:picLocks noChangeAspect="1"/>
          </p:cNvPicPr>
          <p:nvPr/>
        </p:nvPicPr>
        <p:blipFill>
          <a:blip r:embed="rId3" cstate="print">
            <a:lum/>
          </a:blip>
          <a:srcRect l="27862" t="1700" r="30608" b="6478"/>
          <a:stretch>
            <a:fillRect/>
          </a:stretch>
        </p:blipFill>
        <p:spPr>
          <a:xfrm>
            <a:off x="683568" y="1825874"/>
            <a:ext cx="1584176" cy="22511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ZoneTexte 21"/>
          <p:cNvSpPr txBox="1"/>
          <p:nvPr/>
        </p:nvSpPr>
        <p:spPr>
          <a:xfrm>
            <a:off x="6372200" y="3140968"/>
            <a:ext cx="1689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Renvoie sur la </a:t>
            </a:r>
          </a:p>
          <a:p>
            <a:r>
              <a:rPr lang="fr-FR" dirty="0" smtClean="0"/>
              <a:t>page Connexion</a:t>
            </a:r>
            <a:endParaRPr lang="fr-FR" dirty="0"/>
          </a:p>
        </p:txBody>
      </p:sp>
      <p:cxnSp>
        <p:nvCxnSpPr>
          <p:cNvPr id="24" name="Connecteur droit avec flèche 23"/>
          <p:cNvCxnSpPr>
            <a:stCxn id="22" idx="1"/>
          </p:cNvCxnSpPr>
          <p:nvPr/>
        </p:nvCxnSpPr>
        <p:spPr>
          <a:xfrm flipH="1">
            <a:off x="5580112" y="3464134"/>
            <a:ext cx="792088" cy="1088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Image 24" descr="Connection.png"/>
          <p:cNvPicPr>
            <a:picLocks noChangeAspect="1"/>
          </p:cNvPicPr>
          <p:nvPr/>
        </p:nvPicPr>
        <p:blipFill>
          <a:blip r:embed="rId4" cstate="print">
            <a:lum/>
          </a:blip>
          <a:srcRect l="28738" t="992" r="31100" b="7118"/>
          <a:stretch>
            <a:fillRect/>
          </a:stretch>
        </p:blipFill>
        <p:spPr>
          <a:xfrm>
            <a:off x="6156176" y="3789040"/>
            <a:ext cx="1762756" cy="25922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Inscription v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332656"/>
            <a:ext cx="7737015" cy="4972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1115616" y="5949280"/>
            <a:ext cx="648072" cy="2880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1763688" y="5877272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: Image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3779912" y="5949280"/>
            <a:ext cx="648072" cy="2880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6156176" y="5949280"/>
            <a:ext cx="648072" cy="2880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4427984" y="5877272"/>
            <a:ext cx="9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: Bouton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804248" y="5877272"/>
            <a:ext cx="158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: Zone de texte</a:t>
            </a:r>
            <a:endParaRPr lang="fr-FR" dirty="0"/>
          </a:p>
        </p:txBody>
      </p:sp>
      <p:cxnSp>
        <p:nvCxnSpPr>
          <p:cNvPr id="15" name="Connecteur droit avec flèche 14"/>
          <p:cNvCxnSpPr>
            <a:stCxn id="16" idx="1"/>
          </p:cNvCxnSpPr>
          <p:nvPr/>
        </p:nvCxnSpPr>
        <p:spPr>
          <a:xfrm flipH="1">
            <a:off x="5724128" y="4544254"/>
            <a:ext cx="648072" cy="368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6372200" y="4221088"/>
            <a:ext cx="1873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Permet de passer </a:t>
            </a:r>
          </a:p>
          <a:p>
            <a:r>
              <a:rPr lang="fr-FR" dirty="0" smtClean="0"/>
              <a:t>à la suite</a:t>
            </a:r>
            <a:endParaRPr lang="fr-FR" dirty="0"/>
          </a:p>
        </p:txBody>
      </p:sp>
      <p:cxnSp>
        <p:nvCxnSpPr>
          <p:cNvPr id="19" name="Connecteur droit avec flèche 18"/>
          <p:cNvCxnSpPr>
            <a:stCxn id="20" idx="3"/>
          </p:cNvCxnSpPr>
          <p:nvPr/>
        </p:nvCxnSpPr>
        <p:spPr>
          <a:xfrm>
            <a:off x="2551713" y="4477762"/>
            <a:ext cx="796151" cy="1753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971600" y="4293096"/>
            <a:ext cx="158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Annule l’action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Connection v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332656"/>
            <a:ext cx="8381083" cy="53869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1043608" y="6237312"/>
            <a:ext cx="648072" cy="2880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1691680" y="6165304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: Image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3707904" y="6237312"/>
            <a:ext cx="648072" cy="2880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6084168" y="6237312"/>
            <a:ext cx="648072" cy="2880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4355976" y="6165304"/>
            <a:ext cx="987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: Bouton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732240" y="6165304"/>
            <a:ext cx="158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: Zone de texte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6372200" y="3140968"/>
            <a:ext cx="2415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Permet de se connecter</a:t>
            </a:r>
          </a:p>
          <a:p>
            <a:r>
              <a:rPr lang="fr-FR" dirty="0"/>
              <a:t>à</a:t>
            </a:r>
            <a:r>
              <a:rPr lang="fr-FR" dirty="0" smtClean="0"/>
              <a:t> la page d’accueil</a:t>
            </a:r>
            <a:endParaRPr lang="fr-FR" dirty="0"/>
          </a:p>
        </p:txBody>
      </p:sp>
      <p:pic>
        <p:nvPicPr>
          <p:cNvPr id="16" name="Image 15" descr="Accueil si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40152" y="3789040"/>
            <a:ext cx="3203848" cy="20592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3" name="Connecteur droit avec flèche 12"/>
          <p:cNvCxnSpPr>
            <a:stCxn id="14" idx="1"/>
          </p:cNvCxnSpPr>
          <p:nvPr/>
        </p:nvCxnSpPr>
        <p:spPr>
          <a:xfrm flipH="1">
            <a:off x="5508104" y="3464134"/>
            <a:ext cx="864096" cy="1261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 descr="Accueil s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1196752"/>
            <a:ext cx="7740352" cy="49750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Connecteur droit avec flèche 5"/>
          <p:cNvCxnSpPr>
            <a:stCxn id="12" idx="2"/>
          </p:cNvCxnSpPr>
          <p:nvPr/>
        </p:nvCxnSpPr>
        <p:spPr>
          <a:xfrm>
            <a:off x="902170" y="1123003"/>
            <a:ext cx="213446" cy="2897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0" y="476672"/>
            <a:ext cx="1804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Renvoie sur cette</a:t>
            </a:r>
          </a:p>
          <a:p>
            <a:r>
              <a:rPr lang="fr-FR" dirty="0" smtClean="0"/>
              <a:t>page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1619672" y="0"/>
            <a:ext cx="2053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Renvoie sur la page </a:t>
            </a:r>
          </a:p>
          <a:p>
            <a:r>
              <a:rPr lang="fr-FR" dirty="0" smtClean="0"/>
              <a:t>‘Mon réseau’</a:t>
            </a:r>
            <a:endParaRPr lang="fr-FR" dirty="0"/>
          </a:p>
        </p:txBody>
      </p:sp>
      <p:cxnSp>
        <p:nvCxnSpPr>
          <p:cNvPr id="18" name="Connecteur droit avec flèche 17"/>
          <p:cNvCxnSpPr>
            <a:stCxn id="14" idx="2"/>
          </p:cNvCxnSpPr>
          <p:nvPr/>
        </p:nvCxnSpPr>
        <p:spPr>
          <a:xfrm flipH="1">
            <a:off x="2123728" y="646331"/>
            <a:ext cx="522476" cy="7664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2987824" y="476672"/>
            <a:ext cx="2053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Renvoie sur la page </a:t>
            </a:r>
          </a:p>
          <a:p>
            <a:r>
              <a:rPr lang="fr-FR" dirty="0" smtClean="0"/>
              <a:t>‘Emplois’</a:t>
            </a:r>
            <a:endParaRPr lang="fr-FR" dirty="0"/>
          </a:p>
        </p:txBody>
      </p:sp>
      <p:cxnSp>
        <p:nvCxnSpPr>
          <p:cNvPr id="22" name="Connecteur droit avec flèche 21"/>
          <p:cNvCxnSpPr>
            <a:stCxn id="19" idx="2"/>
          </p:cNvCxnSpPr>
          <p:nvPr/>
        </p:nvCxnSpPr>
        <p:spPr>
          <a:xfrm flipH="1">
            <a:off x="2987824" y="1123003"/>
            <a:ext cx="1026532" cy="2897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25" idx="0"/>
          </p:cNvCxnSpPr>
          <p:nvPr/>
        </p:nvCxnSpPr>
        <p:spPr>
          <a:xfrm flipH="1" flipV="1">
            <a:off x="4427984" y="1484784"/>
            <a:ext cx="182175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2915816" y="2636912"/>
            <a:ext cx="3388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Permet de chercher une personne</a:t>
            </a:r>
          </a:p>
          <a:p>
            <a:r>
              <a:rPr lang="fr-FR" dirty="0"/>
              <a:t>o</a:t>
            </a:r>
            <a:r>
              <a:rPr lang="fr-FR" dirty="0" smtClean="0"/>
              <a:t>u un contenu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4499992" y="0"/>
            <a:ext cx="2679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Active un onglet déroulant</a:t>
            </a:r>
          </a:p>
          <a:p>
            <a:r>
              <a:rPr lang="fr-FR" dirty="0"/>
              <a:t>a</a:t>
            </a:r>
            <a:r>
              <a:rPr lang="fr-FR" dirty="0" smtClean="0"/>
              <a:t>ffichant les notifications</a:t>
            </a:r>
          </a:p>
        </p:txBody>
      </p:sp>
      <p:cxnSp>
        <p:nvCxnSpPr>
          <p:cNvPr id="29" name="Connecteur droit avec flèche 28"/>
          <p:cNvCxnSpPr>
            <a:stCxn id="27" idx="2"/>
          </p:cNvCxnSpPr>
          <p:nvPr/>
        </p:nvCxnSpPr>
        <p:spPr>
          <a:xfrm>
            <a:off x="5839622" y="646331"/>
            <a:ext cx="172538" cy="8384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6084168" y="548680"/>
            <a:ext cx="2679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Active un onglet déroulant</a:t>
            </a:r>
          </a:p>
          <a:p>
            <a:r>
              <a:rPr lang="fr-FR" dirty="0" smtClean="0"/>
              <a:t>affichant les messages</a:t>
            </a:r>
          </a:p>
        </p:txBody>
      </p:sp>
      <p:cxnSp>
        <p:nvCxnSpPr>
          <p:cNvPr id="33" name="Connecteur droit avec flèche 32"/>
          <p:cNvCxnSpPr>
            <a:stCxn id="30" idx="2"/>
          </p:cNvCxnSpPr>
          <p:nvPr/>
        </p:nvCxnSpPr>
        <p:spPr>
          <a:xfrm flipH="1">
            <a:off x="7092280" y="1195011"/>
            <a:ext cx="331518" cy="2177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>
            <a:stCxn id="36" idx="0"/>
          </p:cNvCxnSpPr>
          <p:nvPr/>
        </p:nvCxnSpPr>
        <p:spPr>
          <a:xfrm flipV="1">
            <a:off x="5378786" y="1628800"/>
            <a:ext cx="2505582" cy="2232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211960" y="3861048"/>
            <a:ext cx="23336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Onglet déroulant pour </a:t>
            </a:r>
          </a:p>
          <a:p>
            <a:r>
              <a:rPr lang="fr-FR" dirty="0" smtClean="0"/>
              <a:t>accéder à son profil ou</a:t>
            </a:r>
          </a:p>
          <a:p>
            <a:r>
              <a:rPr lang="fr-FR" dirty="0"/>
              <a:t>s</a:t>
            </a:r>
            <a:r>
              <a:rPr lang="fr-FR" dirty="0" smtClean="0"/>
              <a:t>e déconnecter</a:t>
            </a:r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97</Words>
  <Application>Microsoft Office PowerPoint</Application>
  <PresentationFormat>Affichage à l'écran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Diapositive 1</vt:lpstr>
      <vt:lpstr>Diapositive 2</vt:lpstr>
      <vt:lpstr>Diapositive 3</vt:lpstr>
      <vt:lpstr>Diapositive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Yann</dc:creator>
  <cp:lastModifiedBy>Yann</cp:lastModifiedBy>
  <cp:revision>12</cp:revision>
  <dcterms:created xsi:type="dcterms:W3CDTF">2018-05-01T14:02:52Z</dcterms:created>
  <dcterms:modified xsi:type="dcterms:W3CDTF">2018-05-01T15:57:33Z</dcterms:modified>
</cp:coreProperties>
</file>