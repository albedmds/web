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80" d="100"/>
          <a:sy n="80" d="100"/>
        </p:scale>
        <p:origin x="-1086" y="18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Cliquez pour 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Cliquez pour 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Cliquez pour modifier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Cliquez pour 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60C33E-5CA9-4AEE-BCD7-746D03CEA5A0}" type="datetimeFigureOut">
              <a:rPr lang="fr-FR" smtClean="0"/>
              <a:pPr/>
              <a:t>02/05/2018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CAAECA-1813-4FD7-AA42-940599B10492}" type="slidenum">
              <a:rPr lang="fr-FR" smtClean="0"/>
              <a:pPr/>
              <a:t>‹N°›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Page d'accueil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55576" y="404664"/>
            <a:ext cx="7592142" cy="48874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467544" y="5589240"/>
            <a:ext cx="720080" cy="36004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ZoneTexte 5"/>
          <p:cNvSpPr txBox="1"/>
          <p:nvPr/>
        </p:nvSpPr>
        <p:spPr>
          <a:xfrm>
            <a:off x="1187624" y="5589240"/>
            <a:ext cx="9038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467544" y="6165304"/>
            <a:ext cx="720080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ZoneTexte 7"/>
          <p:cNvSpPr txBox="1"/>
          <p:nvPr/>
        </p:nvSpPr>
        <p:spPr>
          <a:xfrm>
            <a:off x="1187624" y="6093296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 smtClean="0"/>
              <a:t>:Bouton</a:t>
            </a:r>
            <a:endParaRPr lang="fr-FR" dirty="0"/>
          </a:p>
        </p:txBody>
      </p:sp>
      <p:cxnSp>
        <p:nvCxnSpPr>
          <p:cNvPr id="10" name="Connecteur droit avec flèche 9"/>
          <p:cNvCxnSpPr/>
          <p:nvPr/>
        </p:nvCxnSpPr>
        <p:spPr>
          <a:xfrm>
            <a:off x="2483768" y="1772816"/>
            <a:ext cx="288032" cy="172819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ZoneTexte 11"/>
          <p:cNvSpPr txBox="1"/>
          <p:nvPr/>
        </p:nvSpPr>
        <p:spPr>
          <a:xfrm>
            <a:off x="683568" y="1484784"/>
            <a:ext cx="3047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la page Inscription</a:t>
            </a:r>
            <a:endParaRPr lang="fr-FR" dirty="0"/>
          </a:p>
        </p:txBody>
      </p:sp>
      <p:pic>
        <p:nvPicPr>
          <p:cNvPr id="18" name="Image 17" descr="Inscription.png"/>
          <p:cNvPicPr>
            <a:picLocks noChangeAspect="1"/>
          </p:cNvPicPr>
          <p:nvPr/>
        </p:nvPicPr>
        <p:blipFill>
          <a:blip r:embed="rId3" cstate="print">
            <a:lum/>
          </a:blip>
          <a:srcRect l="27862" t="1700" r="30608" b="6478"/>
          <a:stretch>
            <a:fillRect/>
          </a:stretch>
        </p:blipFill>
        <p:spPr>
          <a:xfrm>
            <a:off x="683568" y="1825874"/>
            <a:ext cx="1584176" cy="225119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2" name="ZoneTexte 21"/>
          <p:cNvSpPr txBox="1"/>
          <p:nvPr/>
        </p:nvSpPr>
        <p:spPr>
          <a:xfrm>
            <a:off x="6372200" y="3140968"/>
            <a:ext cx="168930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Renvoie sur la </a:t>
            </a:r>
          </a:p>
          <a:p>
            <a:r>
              <a:rPr lang="fr-FR" dirty="0" smtClean="0"/>
              <a:t>page Connexion</a:t>
            </a:r>
            <a:endParaRPr lang="fr-FR" dirty="0"/>
          </a:p>
        </p:txBody>
      </p:sp>
      <p:cxnSp>
        <p:nvCxnSpPr>
          <p:cNvPr id="24" name="Connecteur droit avec flèche 23"/>
          <p:cNvCxnSpPr>
            <a:stCxn id="22" idx="1"/>
          </p:cNvCxnSpPr>
          <p:nvPr/>
        </p:nvCxnSpPr>
        <p:spPr>
          <a:xfrm flipH="1">
            <a:off x="5580112" y="3464134"/>
            <a:ext cx="792088" cy="10888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Image 24" descr="Connection.png"/>
          <p:cNvPicPr>
            <a:picLocks noChangeAspect="1"/>
          </p:cNvPicPr>
          <p:nvPr/>
        </p:nvPicPr>
        <p:blipFill>
          <a:blip r:embed="rId4" cstate="print">
            <a:lum/>
          </a:blip>
          <a:srcRect l="28738" t="992" r="31100" b="7118"/>
          <a:stretch>
            <a:fillRect/>
          </a:stretch>
        </p:blipFill>
        <p:spPr>
          <a:xfrm>
            <a:off x="6156176" y="3789040"/>
            <a:ext cx="1762756" cy="259228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Inscription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3568" y="332656"/>
            <a:ext cx="7737015" cy="497293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1115616" y="5949280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1763688" y="5877272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3779912" y="5949280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/>
          <p:cNvSpPr/>
          <p:nvPr/>
        </p:nvSpPr>
        <p:spPr>
          <a:xfrm>
            <a:off x="6156176" y="5949280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4427984" y="5877272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6804248" y="5877272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cxnSp>
        <p:nvCxnSpPr>
          <p:cNvPr id="15" name="Connecteur droit avec flèche 14"/>
          <p:cNvCxnSpPr>
            <a:stCxn id="16" idx="1"/>
          </p:cNvCxnSpPr>
          <p:nvPr/>
        </p:nvCxnSpPr>
        <p:spPr>
          <a:xfrm flipH="1">
            <a:off x="5724128" y="4544254"/>
            <a:ext cx="648072" cy="368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ZoneTexte 15"/>
          <p:cNvSpPr txBox="1"/>
          <p:nvPr/>
        </p:nvSpPr>
        <p:spPr>
          <a:xfrm>
            <a:off x="6372200" y="4221088"/>
            <a:ext cx="18732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de passer </a:t>
            </a:r>
          </a:p>
          <a:p>
            <a:r>
              <a:rPr lang="fr-FR" dirty="0" smtClean="0"/>
              <a:t>à la suite</a:t>
            </a:r>
            <a:endParaRPr lang="fr-FR" dirty="0"/>
          </a:p>
        </p:txBody>
      </p:sp>
      <p:cxnSp>
        <p:nvCxnSpPr>
          <p:cNvPr id="19" name="Connecteur droit avec flèche 18"/>
          <p:cNvCxnSpPr>
            <a:stCxn id="20" idx="3"/>
          </p:cNvCxnSpPr>
          <p:nvPr/>
        </p:nvCxnSpPr>
        <p:spPr>
          <a:xfrm>
            <a:off x="2551713" y="4477762"/>
            <a:ext cx="796151" cy="17537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ZoneTexte 19"/>
          <p:cNvSpPr txBox="1"/>
          <p:nvPr/>
        </p:nvSpPr>
        <p:spPr>
          <a:xfrm>
            <a:off x="971600" y="4293096"/>
            <a:ext cx="1580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Annule l’action</a:t>
            </a:r>
            <a:endParaRPr lang="fr-F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Connection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95536" y="332656"/>
            <a:ext cx="8381083" cy="538690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1043608" y="6237312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7" name="ZoneTexte 6"/>
          <p:cNvSpPr txBox="1"/>
          <p:nvPr/>
        </p:nvSpPr>
        <p:spPr>
          <a:xfrm>
            <a:off x="1691680" y="6165304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3707904" y="6237312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Rectangle 8"/>
          <p:cNvSpPr/>
          <p:nvPr/>
        </p:nvSpPr>
        <p:spPr>
          <a:xfrm>
            <a:off x="6084168" y="6237312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4355976" y="6165304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6732240" y="6165304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sp>
        <p:nvSpPr>
          <p:cNvPr id="14" name="ZoneTexte 13"/>
          <p:cNvSpPr txBox="1"/>
          <p:nvPr/>
        </p:nvSpPr>
        <p:spPr>
          <a:xfrm>
            <a:off x="6372200" y="3140968"/>
            <a:ext cx="24154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de se connecter</a:t>
            </a:r>
          </a:p>
          <a:p>
            <a:r>
              <a:rPr lang="fr-FR" dirty="0"/>
              <a:t>à</a:t>
            </a:r>
            <a:r>
              <a:rPr lang="fr-FR" dirty="0" smtClean="0"/>
              <a:t> la page d’accueil</a:t>
            </a:r>
            <a:endParaRPr lang="fr-FR" dirty="0"/>
          </a:p>
        </p:txBody>
      </p:sp>
      <p:pic>
        <p:nvPicPr>
          <p:cNvPr id="16" name="Image 15" descr="Accueil sit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940152" y="3789040"/>
            <a:ext cx="3203848" cy="205925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cxnSp>
        <p:nvCxnSpPr>
          <p:cNvPr id="13" name="Connecteur droit avec flèche 12"/>
          <p:cNvCxnSpPr>
            <a:stCxn id="14" idx="1"/>
          </p:cNvCxnSpPr>
          <p:nvPr/>
        </p:nvCxnSpPr>
        <p:spPr>
          <a:xfrm flipH="1">
            <a:off x="5508104" y="3464134"/>
            <a:ext cx="864096" cy="126101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Image 38" descr="Accueil site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39552" y="620688"/>
            <a:ext cx="7932955" cy="509887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0" name="Rectangle 19"/>
          <p:cNvSpPr/>
          <p:nvPr/>
        </p:nvSpPr>
        <p:spPr>
          <a:xfrm>
            <a:off x="899592" y="6165304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1" name="ZoneTexte 20"/>
          <p:cNvSpPr txBox="1"/>
          <p:nvPr/>
        </p:nvSpPr>
        <p:spPr>
          <a:xfrm>
            <a:off x="1547664" y="6093296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563888" y="6165304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3" name="Rectangle 22"/>
          <p:cNvSpPr/>
          <p:nvPr/>
        </p:nvSpPr>
        <p:spPr>
          <a:xfrm>
            <a:off x="5940152" y="6165304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4" name="ZoneTexte 23"/>
          <p:cNvSpPr txBox="1"/>
          <p:nvPr/>
        </p:nvSpPr>
        <p:spPr>
          <a:xfrm>
            <a:off x="4211960" y="6093296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25" name="ZoneTexte 24"/>
          <p:cNvSpPr txBox="1"/>
          <p:nvPr/>
        </p:nvSpPr>
        <p:spPr>
          <a:xfrm>
            <a:off x="6588224" y="6093296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sp>
        <p:nvSpPr>
          <p:cNvPr id="26" name="ZoneTexte 25"/>
          <p:cNvSpPr txBox="1"/>
          <p:nvPr/>
        </p:nvSpPr>
        <p:spPr>
          <a:xfrm>
            <a:off x="2483768" y="0"/>
            <a:ext cx="387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d’accéder aux différentes pages</a:t>
            </a:r>
            <a:endParaRPr lang="fr-FR" dirty="0"/>
          </a:p>
        </p:txBody>
      </p:sp>
      <p:cxnSp>
        <p:nvCxnSpPr>
          <p:cNvPr id="28" name="Connecteur droit avec flèche 27"/>
          <p:cNvCxnSpPr/>
          <p:nvPr/>
        </p:nvCxnSpPr>
        <p:spPr>
          <a:xfrm flipH="1">
            <a:off x="1043608" y="332656"/>
            <a:ext cx="158417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Connecteur droit avec flèche 29"/>
          <p:cNvCxnSpPr/>
          <p:nvPr/>
        </p:nvCxnSpPr>
        <p:spPr>
          <a:xfrm flipH="1">
            <a:off x="2051720" y="332656"/>
            <a:ext cx="936104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Connecteur droit avec flèche 31"/>
          <p:cNvCxnSpPr/>
          <p:nvPr/>
        </p:nvCxnSpPr>
        <p:spPr>
          <a:xfrm flipH="1">
            <a:off x="2915816" y="332656"/>
            <a:ext cx="50405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Connecteur droit avec flèche 33"/>
          <p:cNvCxnSpPr/>
          <p:nvPr/>
        </p:nvCxnSpPr>
        <p:spPr>
          <a:xfrm>
            <a:off x="5364088" y="332656"/>
            <a:ext cx="50405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Connecteur droit avec flèche 35"/>
          <p:cNvCxnSpPr/>
          <p:nvPr/>
        </p:nvCxnSpPr>
        <p:spPr>
          <a:xfrm>
            <a:off x="5796136" y="332656"/>
            <a:ext cx="1152128" cy="5040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1" name="Connecteur droit avec flèche 40"/>
          <p:cNvCxnSpPr/>
          <p:nvPr/>
        </p:nvCxnSpPr>
        <p:spPr>
          <a:xfrm flipH="1">
            <a:off x="8172400" y="548680"/>
            <a:ext cx="504056" cy="28803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ZoneTexte 45"/>
          <p:cNvSpPr txBox="1"/>
          <p:nvPr/>
        </p:nvSpPr>
        <p:spPr>
          <a:xfrm>
            <a:off x="6899218" y="0"/>
            <a:ext cx="224478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600" dirty="0" smtClean="0"/>
              <a:t>Active un onglet avec </a:t>
            </a:r>
          </a:p>
          <a:p>
            <a:r>
              <a:rPr lang="fr-FR" sz="1600" dirty="0" smtClean="0"/>
              <a:t>‘Profil’ et ‘Déconnection’</a:t>
            </a:r>
            <a:endParaRPr lang="fr-FR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Profil v2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67544" y="548680"/>
            <a:ext cx="8064896" cy="51890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971600" y="6093296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1619672" y="6021288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3635896" y="6093296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6012160" y="6093296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/>
          <p:cNvSpPr txBox="1"/>
          <p:nvPr/>
        </p:nvSpPr>
        <p:spPr>
          <a:xfrm>
            <a:off x="4283968" y="6021288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6660232" y="6021288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2483768" y="0"/>
            <a:ext cx="3874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Permet d’accéder aux différentes pages</a:t>
            </a:r>
            <a:endParaRPr lang="fr-FR" dirty="0"/>
          </a:p>
        </p:txBody>
      </p:sp>
      <p:cxnSp>
        <p:nvCxnSpPr>
          <p:cNvPr id="12" name="Connecteur droit avec flèche 11"/>
          <p:cNvCxnSpPr/>
          <p:nvPr/>
        </p:nvCxnSpPr>
        <p:spPr>
          <a:xfrm flipH="1">
            <a:off x="1043608" y="332656"/>
            <a:ext cx="158417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Connecteur droit avec flèche 12"/>
          <p:cNvCxnSpPr/>
          <p:nvPr/>
        </p:nvCxnSpPr>
        <p:spPr>
          <a:xfrm flipH="1">
            <a:off x="2051720" y="332656"/>
            <a:ext cx="936104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Connecteur droit avec flèche 13"/>
          <p:cNvCxnSpPr/>
          <p:nvPr/>
        </p:nvCxnSpPr>
        <p:spPr>
          <a:xfrm flipH="1">
            <a:off x="2915816" y="332656"/>
            <a:ext cx="50405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Connecteur droit avec flèche 14"/>
          <p:cNvCxnSpPr/>
          <p:nvPr/>
        </p:nvCxnSpPr>
        <p:spPr>
          <a:xfrm>
            <a:off x="5364088" y="332656"/>
            <a:ext cx="504056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necteur droit avec flèche 15"/>
          <p:cNvCxnSpPr/>
          <p:nvPr/>
        </p:nvCxnSpPr>
        <p:spPr>
          <a:xfrm>
            <a:off x="5796136" y="332656"/>
            <a:ext cx="1152128" cy="50405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Connecteur droit avec flèche 16"/>
          <p:cNvCxnSpPr/>
          <p:nvPr/>
        </p:nvCxnSpPr>
        <p:spPr>
          <a:xfrm>
            <a:off x="6156176" y="260648"/>
            <a:ext cx="1656184" cy="5760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Mon réseau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23528" y="404664"/>
            <a:ext cx="8265229" cy="531793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99592" y="6093296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1547664" y="6021288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3563888" y="6093296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940152" y="6093296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/>
          <p:cNvSpPr txBox="1"/>
          <p:nvPr/>
        </p:nvSpPr>
        <p:spPr>
          <a:xfrm>
            <a:off x="4211960" y="6021288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6588224" y="6021288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 descr="Emploi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23528" y="404664"/>
            <a:ext cx="8377145" cy="538994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99592" y="6093296"/>
            <a:ext cx="648072" cy="288032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6" name="ZoneTexte 5"/>
          <p:cNvSpPr txBox="1"/>
          <p:nvPr/>
        </p:nvSpPr>
        <p:spPr>
          <a:xfrm>
            <a:off x="1547664" y="6021288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Image</a:t>
            </a:r>
            <a:endParaRPr lang="fr-FR" dirty="0"/>
          </a:p>
        </p:txBody>
      </p:sp>
      <p:sp>
        <p:nvSpPr>
          <p:cNvPr id="7" name="Rectangle 6"/>
          <p:cNvSpPr/>
          <p:nvPr/>
        </p:nvSpPr>
        <p:spPr>
          <a:xfrm>
            <a:off x="3563888" y="6093296"/>
            <a:ext cx="648072" cy="288032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940152" y="6093296"/>
            <a:ext cx="648072" cy="288032"/>
          </a:xfrm>
          <a:prstGeom prst="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9" name="ZoneTexte 8"/>
          <p:cNvSpPr txBox="1"/>
          <p:nvPr/>
        </p:nvSpPr>
        <p:spPr>
          <a:xfrm>
            <a:off x="4211960" y="6021288"/>
            <a:ext cx="9871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Bouton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6588224" y="6021288"/>
            <a:ext cx="1582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: Zone de texte</a:t>
            </a:r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99</Words>
  <Application>Microsoft Office PowerPoint</Application>
  <PresentationFormat>Affichage à l'écran (4:3)</PresentationFormat>
  <Paragraphs>32</Paragraphs>
  <Slides>7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8" baseType="lpstr">
      <vt:lpstr>Thème Office</vt:lpstr>
      <vt:lpstr>Diapositive 1</vt:lpstr>
      <vt:lpstr>Diapositive 2</vt:lpstr>
      <vt:lpstr>Diapositive 3</vt:lpstr>
      <vt:lpstr>Diapositive 4</vt:lpstr>
      <vt:lpstr>Diapositive 5</vt:lpstr>
      <vt:lpstr>Diapositive 6</vt:lpstr>
      <vt:lpstr>Diapositive 7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Diapositive 1</dc:title>
  <dc:creator>Yann</dc:creator>
  <cp:lastModifiedBy>Yann</cp:lastModifiedBy>
  <cp:revision>18</cp:revision>
  <dcterms:created xsi:type="dcterms:W3CDTF">2018-05-01T14:02:52Z</dcterms:created>
  <dcterms:modified xsi:type="dcterms:W3CDTF">2018-05-02T15:01:52Z</dcterms:modified>
</cp:coreProperties>
</file>